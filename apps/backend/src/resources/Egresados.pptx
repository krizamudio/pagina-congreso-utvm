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756775" cy="75961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758" y="1243173"/>
            <a:ext cx="8293259" cy="2644599"/>
          </a:xfrm>
        </p:spPr>
        <p:txBody>
          <a:bodyPr anchor="b"/>
          <a:lstStyle>
            <a:lvl1pPr algn="ctr"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3989757"/>
            <a:ext cx="7317581" cy="1833987"/>
          </a:xfrm>
        </p:spPr>
        <p:txBody>
          <a:bodyPr/>
          <a:lstStyle>
            <a:lvl1pPr marL="0" indent="0" algn="ctr">
              <a:buNone/>
              <a:defRPr sz="2561"/>
            </a:lvl1pPr>
            <a:lvl2pPr marL="487832" indent="0" algn="ctr">
              <a:buNone/>
              <a:defRPr sz="2134"/>
            </a:lvl2pPr>
            <a:lvl3pPr marL="975665" indent="0" algn="ctr">
              <a:buNone/>
              <a:defRPr sz="1921"/>
            </a:lvl3pPr>
            <a:lvl4pPr marL="1463497" indent="0" algn="ctr">
              <a:buNone/>
              <a:defRPr sz="1707"/>
            </a:lvl4pPr>
            <a:lvl5pPr marL="1951330" indent="0" algn="ctr">
              <a:buNone/>
              <a:defRPr sz="1707"/>
            </a:lvl5pPr>
            <a:lvl6pPr marL="2439162" indent="0" algn="ctr">
              <a:buNone/>
              <a:defRPr sz="1707"/>
            </a:lvl6pPr>
            <a:lvl7pPr marL="2926994" indent="0" algn="ctr">
              <a:buNone/>
              <a:defRPr sz="1707"/>
            </a:lvl7pPr>
            <a:lvl8pPr marL="3414827" indent="0" algn="ctr">
              <a:buNone/>
              <a:defRPr sz="1707"/>
            </a:lvl8pPr>
            <a:lvl9pPr marL="3902659" indent="0" algn="ctr">
              <a:buNone/>
              <a:defRPr sz="170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85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19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893774"/>
            <a:ext cx="8415218" cy="3159803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5083469"/>
            <a:ext cx="8415218" cy="1661666"/>
          </a:xfrm>
        </p:spPr>
        <p:txBody>
          <a:bodyPr/>
          <a:lstStyle>
            <a:lvl1pPr marL="0" indent="0">
              <a:buNone/>
              <a:defRPr sz="2561">
                <a:solidFill>
                  <a:schemeClr val="tx1"/>
                </a:solidFill>
              </a:defRPr>
            </a:lvl1pPr>
            <a:lvl2pPr marL="487832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2pPr>
            <a:lvl3pPr marL="975665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3pPr>
            <a:lvl4pPr marL="146349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133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91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994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482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2659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43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16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404428"/>
            <a:ext cx="8415218" cy="146824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50" y="1862122"/>
            <a:ext cx="4127573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50" y="2774719"/>
            <a:ext cx="4127573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8" y="1862122"/>
            <a:ext cx="4147900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8" y="2774719"/>
            <a:ext cx="4147900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70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04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9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1093712"/>
            <a:ext cx="4939367" cy="5398217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  <a:lvl6pPr>
              <a:defRPr sz="2134"/>
            </a:lvl6pPr>
            <a:lvl7pPr>
              <a:defRPr sz="2134"/>
            </a:lvl7pPr>
            <a:lvl8pPr>
              <a:defRPr sz="2134"/>
            </a:lvl8pPr>
            <a:lvl9pPr>
              <a:defRPr sz="213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7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1093712"/>
            <a:ext cx="4939367" cy="5398217"/>
          </a:xfrm>
        </p:spPr>
        <p:txBody>
          <a:bodyPr anchor="t"/>
          <a:lstStyle>
            <a:lvl1pPr marL="0" indent="0">
              <a:buNone/>
              <a:defRPr sz="3414"/>
            </a:lvl1pPr>
            <a:lvl2pPr marL="487832" indent="0">
              <a:buNone/>
              <a:defRPr sz="2988"/>
            </a:lvl2pPr>
            <a:lvl3pPr marL="975665" indent="0">
              <a:buNone/>
              <a:defRPr sz="2561"/>
            </a:lvl3pPr>
            <a:lvl4pPr marL="1463497" indent="0">
              <a:buNone/>
              <a:defRPr sz="2134"/>
            </a:lvl4pPr>
            <a:lvl5pPr marL="1951330" indent="0">
              <a:buNone/>
              <a:defRPr sz="2134"/>
            </a:lvl5pPr>
            <a:lvl6pPr marL="2439162" indent="0">
              <a:buNone/>
              <a:defRPr sz="2134"/>
            </a:lvl6pPr>
            <a:lvl7pPr marL="2926994" indent="0">
              <a:buNone/>
              <a:defRPr sz="2134"/>
            </a:lvl7pPr>
            <a:lvl8pPr marL="3414827" indent="0">
              <a:buNone/>
              <a:defRPr sz="2134"/>
            </a:lvl8pPr>
            <a:lvl9pPr marL="3902659" indent="0">
              <a:buNone/>
              <a:defRPr sz="213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1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18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404427"/>
            <a:ext cx="2103805" cy="643741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9" y="404427"/>
            <a:ext cx="6189454" cy="643741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1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404428"/>
            <a:ext cx="8415218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2022133"/>
            <a:ext cx="8415218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7040542"/>
            <a:ext cx="3292912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8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665" rtl="0" eaLnBrk="1" latinLnBrk="0" hangingPunct="1">
        <a:lnSpc>
          <a:spcPct val="90000"/>
        </a:lnSpc>
        <a:spcBef>
          <a:spcPct val="0"/>
        </a:spcBef>
        <a:buNone/>
        <a:defRPr sz="4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916" indent="-243916" algn="l" defTabSz="97566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1pPr>
      <a:lvl2pPr marL="731749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21958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3pPr>
      <a:lvl4pPr marL="170741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2195246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683078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317091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65874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4146575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1pPr>
      <a:lvl2pPr marL="48783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2pPr>
      <a:lvl3pPr marL="975665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46349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195133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43916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2926994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41482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3902659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 err="1"/>
              <a:t>Marlen</a:t>
            </a:r>
            <a:r>
              <a:rPr lang="es-MX" sz="2000" b="1" dirty="0"/>
              <a:t> Santander Montiel</a:t>
            </a:r>
          </a:p>
        </p:txBody>
      </p:sp>
    </p:spTree>
    <p:extLst>
      <p:ext uri="{BB962C8B-B14F-4D97-AF65-F5344CB8AC3E}">
        <p14:creationId xmlns:p14="http://schemas.microsoft.com/office/powerpoint/2010/main" val="258552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Luis Daniel Baltazar Chávez</a:t>
            </a:r>
          </a:p>
        </p:txBody>
      </p:sp>
    </p:spTree>
    <p:extLst>
      <p:ext uri="{BB962C8B-B14F-4D97-AF65-F5344CB8AC3E}">
        <p14:creationId xmlns:p14="http://schemas.microsoft.com/office/powerpoint/2010/main" val="166270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Ricardo Cruz Ambrosio</a:t>
            </a:r>
          </a:p>
        </p:txBody>
      </p:sp>
    </p:spTree>
    <p:extLst>
      <p:ext uri="{BB962C8B-B14F-4D97-AF65-F5344CB8AC3E}">
        <p14:creationId xmlns:p14="http://schemas.microsoft.com/office/powerpoint/2010/main" val="1707238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 err="1"/>
              <a:t>Jesus</a:t>
            </a:r>
            <a:r>
              <a:rPr lang="es-MX" sz="2000" b="1" dirty="0"/>
              <a:t> </a:t>
            </a:r>
            <a:r>
              <a:rPr lang="es-MX" sz="2000" b="1" dirty="0" err="1"/>
              <a:t>Iram</a:t>
            </a:r>
            <a:r>
              <a:rPr lang="es-MX" sz="2000" b="1" dirty="0"/>
              <a:t> Martínez Mendoza</a:t>
            </a:r>
          </a:p>
        </p:txBody>
      </p:sp>
    </p:spTree>
    <p:extLst>
      <p:ext uri="{BB962C8B-B14F-4D97-AF65-F5344CB8AC3E}">
        <p14:creationId xmlns:p14="http://schemas.microsoft.com/office/powerpoint/2010/main" val="303540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Diego Rafael Martínez Rojo</a:t>
            </a:r>
          </a:p>
        </p:txBody>
      </p:sp>
    </p:spTree>
    <p:extLst>
      <p:ext uri="{BB962C8B-B14F-4D97-AF65-F5344CB8AC3E}">
        <p14:creationId xmlns:p14="http://schemas.microsoft.com/office/powerpoint/2010/main" val="319929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 err="1"/>
              <a:t>Jose</a:t>
            </a:r>
            <a:r>
              <a:rPr lang="es-MX" sz="2000" b="1" dirty="0"/>
              <a:t> de </a:t>
            </a:r>
            <a:r>
              <a:rPr lang="es-MX" sz="2000" b="1" dirty="0" err="1"/>
              <a:t>Jesus</a:t>
            </a:r>
            <a:r>
              <a:rPr lang="es-MX" sz="2000" b="1" dirty="0"/>
              <a:t> Escamilla</a:t>
            </a:r>
          </a:p>
        </p:txBody>
      </p:sp>
    </p:spTree>
    <p:extLst>
      <p:ext uri="{BB962C8B-B14F-4D97-AF65-F5344CB8AC3E}">
        <p14:creationId xmlns:p14="http://schemas.microsoft.com/office/powerpoint/2010/main" val="9244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Clara Maye </a:t>
            </a:r>
            <a:r>
              <a:rPr lang="es-MX" sz="2000" b="1" dirty="0" err="1"/>
              <a:t>Doñu</a:t>
            </a:r>
            <a:endParaRPr lang="es-MX" sz="2000" b="1" dirty="0"/>
          </a:p>
        </p:txBody>
      </p:sp>
    </p:spTree>
    <p:extLst>
      <p:ext uri="{BB962C8B-B14F-4D97-AF65-F5344CB8AC3E}">
        <p14:creationId xmlns:p14="http://schemas.microsoft.com/office/powerpoint/2010/main" val="86534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4938A4-89CF-4284-8F83-93AB3939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29D2F1-4304-4A59-AFE9-65D3C9BF90C2}"/>
              </a:ext>
            </a:extLst>
          </p:cNvPr>
          <p:cNvSpPr txBox="1"/>
          <p:nvPr/>
        </p:nvSpPr>
        <p:spPr>
          <a:xfrm>
            <a:off x="1469571" y="4082143"/>
            <a:ext cx="7295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Ricardo Isidro Rafael Pérez</a:t>
            </a:r>
          </a:p>
        </p:txBody>
      </p:sp>
    </p:spTree>
    <p:extLst>
      <p:ext uri="{BB962C8B-B14F-4D97-AF65-F5344CB8AC3E}">
        <p14:creationId xmlns:p14="http://schemas.microsoft.com/office/powerpoint/2010/main" val="22595534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29</Words>
  <Application>Microsoft Office PowerPoint</Application>
  <PresentationFormat>Personalizado</PresentationFormat>
  <Paragraphs>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 Hernández</dc:creator>
  <cp:lastModifiedBy>LIZBETH CANALES CHAVEZ</cp:lastModifiedBy>
  <cp:revision>4</cp:revision>
  <dcterms:created xsi:type="dcterms:W3CDTF">2026-02-25T22:30:00Z</dcterms:created>
  <dcterms:modified xsi:type="dcterms:W3CDTF">2026-02-26T16:46:35Z</dcterms:modified>
</cp:coreProperties>
</file>