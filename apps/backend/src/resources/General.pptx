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9" r:id="rId2"/>
  </p:sldIdLst>
  <p:sldSz cx="9756775" cy="7596188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327" autoAdjust="0"/>
    <p:restoredTop sz="94660"/>
  </p:normalViewPr>
  <p:slideViewPr>
    <p:cSldViewPr snapToGrid="0">
      <p:cViewPr varScale="1">
        <p:scale>
          <a:sx n="78" d="100"/>
          <a:sy n="78" d="100"/>
        </p:scale>
        <p:origin x="102" y="5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31758" y="1243173"/>
            <a:ext cx="8293259" cy="2644599"/>
          </a:xfrm>
        </p:spPr>
        <p:txBody>
          <a:bodyPr anchor="b"/>
          <a:lstStyle>
            <a:lvl1pPr algn="ctr">
              <a:defRPr sz="6402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19597" y="3989757"/>
            <a:ext cx="7317581" cy="1833987"/>
          </a:xfrm>
        </p:spPr>
        <p:txBody>
          <a:bodyPr/>
          <a:lstStyle>
            <a:lvl1pPr marL="0" indent="0" algn="ctr">
              <a:buNone/>
              <a:defRPr sz="2561"/>
            </a:lvl1pPr>
            <a:lvl2pPr marL="487832" indent="0" algn="ctr">
              <a:buNone/>
              <a:defRPr sz="2134"/>
            </a:lvl2pPr>
            <a:lvl3pPr marL="975665" indent="0" algn="ctr">
              <a:buNone/>
              <a:defRPr sz="1921"/>
            </a:lvl3pPr>
            <a:lvl4pPr marL="1463497" indent="0" algn="ctr">
              <a:buNone/>
              <a:defRPr sz="1707"/>
            </a:lvl4pPr>
            <a:lvl5pPr marL="1951330" indent="0" algn="ctr">
              <a:buNone/>
              <a:defRPr sz="1707"/>
            </a:lvl5pPr>
            <a:lvl6pPr marL="2439162" indent="0" algn="ctr">
              <a:buNone/>
              <a:defRPr sz="1707"/>
            </a:lvl6pPr>
            <a:lvl7pPr marL="2926994" indent="0" algn="ctr">
              <a:buNone/>
              <a:defRPr sz="1707"/>
            </a:lvl7pPr>
            <a:lvl8pPr marL="3414827" indent="0" algn="ctr">
              <a:buNone/>
              <a:defRPr sz="1707"/>
            </a:lvl8pPr>
            <a:lvl9pPr marL="3902659" indent="0" algn="ctr">
              <a:buNone/>
              <a:defRPr sz="1707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3A902-CECC-4394-981F-4EFF7E5C28DB}" type="datetimeFigureOut">
              <a:rPr lang="es-MX" smtClean="0"/>
              <a:t>26/02/2026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7FC15-E6BC-4985-893A-9C5747407DD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8858583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3A902-CECC-4394-981F-4EFF7E5C28DB}" type="datetimeFigureOut">
              <a:rPr lang="es-MX" smtClean="0"/>
              <a:t>26/02/2026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7FC15-E6BC-4985-893A-9C5747407DD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660198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5697" y="1893774"/>
            <a:ext cx="8415218" cy="3159803"/>
          </a:xfrm>
        </p:spPr>
        <p:txBody>
          <a:bodyPr anchor="b"/>
          <a:lstStyle>
            <a:lvl1pPr>
              <a:defRPr sz="6402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5697" y="5083469"/>
            <a:ext cx="8415218" cy="1661666"/>
          </a:xfrm>
        </p:spPr>
        <p:txBody>
          <a:bodyPr/>
          <a:lstStyle>
            <a:lvl1pPr marL="0" indent="0">
              <a:buNone/>
              <a:defRPr sz="2561">
                <a:solidFill>
                  <a:schemeClr val="tx1"/>
                </a:solidFill>
              </a:defRPr>
            </a:lvl1pPr>
            <a:lvl2pPr marL="487832" indent="0">
              <a:buNone/>
              <a:defRPr sz="2134">
                <a:solidFill>
                  <a:schemeClr val="tx1">
                    <a:tint val="75000"/>
                  </a:schemeClr>
                </a:solidFill>
              </a:defRPr>
            </a:lvl2pPr>
            <a:lvl3pPr marL="975665" indent="0">
              <a:buNone/>
              <a:defRPr sz="1921">
                <a:solidFill>
                  <a:schemeClr val="tx1">
                    <a:tint val="75000"/>
                  </a:schemeClr>
                </a:solidFill>
              </a:defRPr>
            </a:lvl3pPr>
            <a:lvl4pPr marL="1463497" indent="0">
              <a:buNone/>
              <a:defRPr sz="1707">
                <a:solidFill>
                  <a:schemeClr val="tx1">
                    <a:tint val="75000"/>
                  </a:schemeClr>
                </a:solidFill>
              </a:defRPr>
            </a:lvl4pPr>
            <a:lvl5pPr marL="1951330" indent="0">
              <a:buNone/>
              <a:defRPr sz="1707">
                <a:solidFill>
                  <a:schemeClr val="tx1">
                    <a:tint val="75000"/>
                  </a:schemeClr>
                </a:solidFill>
              </a:defRPr>
            </a:lvl5pPr>
            <a:lvl6pPr marL="2439162" indent="0">
              <a:buNone/>
              <a:defRPr sz="1707">
                <a:solidFill>
                  <a:schemeClr val="tx1">
                    <a:tint val="75000"/>
                  </a:schemeClr>
                </a:solidFill>
              </a:defRPr>
            </a:lvl6pPr>
            <a:lvl7pPr marL="2926994" indent="0">
              <a:buNone/>
              <a:defRPr sz="1707">
                <a:solidFill>
                  <a:schemeClr val="tx1">
                    <a:tint val="75000"/>
                  </a:schemeClr>
                </a:solidFill>
              </a:defRPr>
            </a:lvl7pPr>
            <a:lvl8pPr marL="3414827" indent="0">
              <a:buNone/>
              <a:defRPr sz="1707">
                <a:solidFill>
                  <a:schemeClr val="tx1">
                    <a:tint val="75000"/>
                  </a:schemeClr>
                </a:solidFill>
              </a:defRPr>
            </a:lvl8pPr>
            <a:lvl9pPr marL="3902659" indent="0">
              <a:buNone/>
              <a:defRPr sz="170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3A902-CECC-4394-981F-4EFF7E5C28DB}" type="datetimeFigureOut">
              <a:rPr lang="es-MX" smtClean="0"/>
              <a:t>26/02/2026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7FC15-E6BC-4985-893A-9C5747407DD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4624337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0778" y="2022133"/>
            <a:ext cx="4146629" cy="4819712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39368" y="2022133"/>
            <a:ext cx="4146629" cy="4819712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3A902-CECC-4394-981F-4EFF7E5C28DB}" type="datetimeFigureOut">
              <a:rPr lang="es-MX" smtClean="0"/>
              <a:t>26/02/2026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7FC15-E6BC-4985-893A-9C5747407DD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7251631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2049" y="404428"/>
            <a:ext cx="8415218" cy="146824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2050" y="1862122"/>
            <a:ext cx="4127573" cy="912597"/>
          </a:xfrm>
        </p:spPr>
        <p:txBody>
          <a:bodyPr anchor="b"/>
          <a:lstStyle>
            <a:lvl1pPr marL="0" indent="0">
              <a:buNone/>
              <a:defRPr sz="2561" b="1"/>
            </a:lvl1pPr>
            <a:lvl2pPr marL="487832" indent="0">
              <a:buNone/>
              <a:defRPr sz="2134" b="1"/>
            </a:lvl2pPr>
            <a:lvl3pPr marL="975665" indent="0">
              <a:buNone/>
              <a:defRPr sz="1921" b="1"/>
            </a:lvl3pPr>
            <a:lvl4pPr marL="1463497" indent="0">
              <a:buNone/>
              <a:defRPr sz="1707" b="1"/>
            </a:lvl4pPr>
            <a:lvl5pPr marL="1951330" indent="0">
              <a:buNone/>
              <a:defRPr sz="1707" b="1"/>
            </a:lvl5pPr>
            <a:lvl6pPr marL="2439162" indent="0">
              <a:buNone/>
              <a:defRPr sz="1707" b="1"/>
            </a:lvl6pPr>
            <a:lvl7pPr marL="2926994" indent="0">
              <a:buNone/>
              <a:defRPr sz="1707" b="1"/>
            </a:lvl7pPr>
            <a:lvl8pPr marL="3414827" indent="0">
              <a:buNone/>
              <a:defRPr sz="1707" b="1"/>
            </a:lvl8pPr>
            <a:lvl9pPr marL="3902659" indent="0">
              <a:buNone/>
              <a:defRPr sz="1707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2050" y="2774719"/>
            <a:ext cx="4127573" cy="4081193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939368" y="1862122"/>
            <a:ext cx="4147900" cy="912597"/>
          </a:xfrm>
        </p:spPr>
        <p:txBody>
          <a:bodyPr anchor="b"/>
          <a:lstStyle>
            <a:lvl1pPr marL="0" indent="0">
              <a:buNone/>
              <a:defRPr sz="2561" b="1"/>
            </a:lvl1pPr>
            <a:lvl2pPr marL="487832" indent="0">
              <a:buNone/>
              <a:defRPr sz="2134" b="1"/>
            </a:lvl2pPr>
            <a:lvl3pPr marL="975665" indent="0">
              <a:buNone/>
              <a:defRPr sz="1921" b="1"/>
            </a:lvl3pPr>
            <a:lvl4pPr marL="1463497" indent="0">
              <a:buNone/>
              <a:defRPr sz="1707" b="1"/>
            </a:lvl4pPr>
            <a:lvl5pPr marL="1951330" indent="0">
              <a:buNone/>
              <a:defRPr sz="1707" b="1"/>
            </a:lvl5pPr>
            <a:lvl6pPr marL="2439162" indent="0">
              <a:buNone/>
              <a:defRPr sz="1707" b="1"/>
            </a:lvl6pPr>
            <a:lvl7pPr marL="2926994" indent="0">
              <a:buNone/>
              <a:defRPr sz="1707" b="1"/>
            </a:lvl7pPr>
            <a:lvl8pPr marL="3414827" indent="0">
              <a:buNone/>
              <a:defRPr sz="1707" b="1"/>
            </a:lvl8pPr>
            <a:lvl9pPr marL="3902659" indent="0">
              <a:buNone/>
              <a:defRPr sz="1707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939368" y="2774719"/>
            <a:ext cx="4147900" cy="4081193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3A902-CECC-4394-981F-4EFF7E5C28DB}" type="datetimeFigureOut">
              <a:rPr lang="es-MX" smtClean="0"/>
              <a:t>26/02/2026</a:t>
            </a:fld>
            <a:endParaRPr lang="es-MX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7FC15-E6BC-4985-893A-9C5747407DD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9007088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3A902-CECC-4394-981F-4EFF7E5C28DB}" type="datetimeFigureOut">
              <a:rPr lang="es-MX" smtClean="0"/>
              <a:t>26/02/2026</a:t>
            </a:fld>
            <a:endParaRPr lang="es-MX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7FC15-E6BC-4985-893A-9C5747407DD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8304802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3A902-CECC-4394-981F-4EFF7E5C28DB}" type="datetimeFigureOut">
              <a:rPr lang="es-MX" smtClean="0"/>
              <a:t>26/02/2026</a:t>
            </a:fld>
            <a:endParaRPr lang="es-MX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7FC15-E6BC-4985-893A-9C5747407DD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3514983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2049" y="506412"/>
            <a:ext cx="3146814" cy="1772444"/>
          </a:xfrm>
        </p:spPr>
        <p:txBody>
          <a:bodyPr anchor="b"/>
          <a:lstStyle>
            <a:lvl1pPr>
              <a:defRPr sz="3414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47900" y="1093712"/>
            <a:ext cx="4939367" cy="5398217"/>
          </a:xfrm>
        </p:spPr>
        <p:txBody>
          <a:bodyPr/>
          <a:lstStyle>
            <a:lvl1pPr>
              <a:defRPr sz="3414"/>
            </a:lvl1pPr>
            <a:lvl2pPr>
              <a:defRPr sz="2988"/>
            </a:lvl2pPr>
            <a:lvl3pPr>
              <a:defRPr sz="2561"/>
            </a:lvl3pPr>
            <a:lvl4pPr>
              <a:defRPr sz="2134"/>
            </a:lvl4pPr>
            <a:lvl5pPr>
              <a:defRPr sz="2134"/>
            </a:lvl5pPr>
            <a:lvl6pPr>
              <a:defRPr sz="2134"/>
            </a:lvl6pPr>
            <a:lvl7pPr>
              <a:defRPr sz="2134"/>
            </a:lvl7pPr>
            <a:lvl8pPr>
              <a:defRPr sz="2134"/>
            </a:lvl8pPr>
            <a:lvl9pPr>
              <a:defRPr sz="2134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2049" y="2278857"/>
            <a:ext cx="3146814" cy="4221863"/>
          </a:xfrm>
        </p:spPr>
        <p:txBody>
          <a:bodyPr/>
          <a:lstStyle>
            <a:lvl1pPr marL="0" indent="0">
              <a:buNone/>
              <a:defRPr sz="1707"/>
            </a:lvl1pPr>
            <a:lvl2pPr marL="487832" indent="0">
              <a:buNone/>
              <a:defRPr sz="1494"/>
            </a:lvl2pPr>
            <a:lvl3pPr marL="975665" indent="0">
              <a:buNone/>
              <a:defRPr sz="1280"/>
            </a:lvl3pPr>
            <a:lvl4pPr marL="1463497" indent="0">
              <a:buNone/>
              <a:defRPr sz="1067"/>
            </a:lvl4pPr>
            <a:lvl5pPr marL="1951330" indent="0">
              <a:buNone/>
              <a:defRPr sz="1067"/>
            </a:lvl5pPr>
            <a:lvl6pPr marL="2439162" indent="0">
              <a:buNone/>
              <a:defRPr sz="1067"/>
            </a:lvl6pPr>
            <a:lvl7pPr marL="2926994" indent="0">
              <a:buNone/>
              <a:defRPr sz="1067"/>
            </a:lvl7pPr>
            <a:lvl8pPr marL="3414827" indent="0">
              <a:buNone/>
              <a:defRPr sz="1067"/>
            </a:lvl8pPr>
            <a:lvl9pPr marL="3902659" indent="0">
              <a:buNone/>
              <a:defRPr sz="1067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3A902-CECC-4394-981F-4EFF7E5C28DB}" type="datetimeFigureOut">
              <a:rPr lang="es-MX" smtClean="0"/>
              <a:t>26/02/2026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7FC15-E6BC-4985-893A-9C5747407DD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1037731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2049" y="506412"/>
            <a:ext cx="3146814" cy="1772444"/>
          </a:xfrm>
        </p:spPr>
        <p:txBody>
          <a:bodyPr anchor="b"/>
          <a:lstStyle>
            <a:lvl1pPr>
              <a:defRPr sz="3414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147900" y="1093712"/>
            <a:ext cx="4939367" cy="5398217"/>
          </a:xfrm>
        </p:spPr>
        <p:txBody>
          <a:bodyPr anchor="t"/>
          <a:lstStyle>
            <a:lvl1pPr marL="0" indent="0">
              <a:buNone/>
              <a:defRPr sz="3414"/>
            </a:lvl1pPr>
            <a:lvl2pPr marL="487832" indent="0">
              <a:buNone/>
              <a:defRPr sz="2988"/>
            </a:lvl2pPr>
            <a:lvl3pPr marL="975665" indent="0">
              <a:buNone/>
              <a:defRPr sz="2561"/>
            </a:lvl3pPr>
            <a:lvl4pPr marL="1463497" indent="0">
              <a:buNone/>
              <a:defRPr sz="2134"/>
            </a:lvl4pPr>
            <a:lvl5pPr marL="1951330" indent="0">
              <a:buNone/>
              <a:defRPr sz="2134"/>
            </a:lvl5pPr>
            <a:lvl6pPr marL="2439162" indent="0">
              <a:buNone/>
              <a:defRPr sz="2134"/>
            </a:lvl6pPr>
            <a:lvl7pPr marL="2926994" indent="0">
              <a:buNone/>
              <a:defRPr sz="2134"/>
            </a:lvl7pPr>
            <a:lvl8pPr marL="3414827" indent="0">
              <a:buNone/>
              <a:defRPr sz="2134"/>
            </a:lvl8pPr>
            <a:lvl9pPr marL="3902659" indent="0">
              <a:buNone/>
              <a:defRPr sz="2134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2049" y="2278857"/>
            <a:ext cx="3146814" cy="4221863"/>
          </a:xfrm>
        </p:spPr>
        <p:txBody>
          <a:bodyPr/>
          <a:lstStyle>
            <a:lvl1pPr marL="0" indent="0">
              <a:buNone/>
              <a:defRPr sz="1707"/>
            </a:lvl1pPr>
            <a:lvl2pPr marL="487832" indent="0">
              <a:buNone/>
              <a:defRPr sz="1494"/>
            </a:lvl2pPr>
            <a:lvl3pPr marL="975665" indent="0">
              <a:buNone/>
              <a:defRPr sz="1280"/>
            </a:lvl3pPr>
            <a:lvl4pPr marL="1463497" indent="0">
              <a:buNone/>
              <a:defRPr sz="1067"/>
            </a:lvl4pPr>
            <a:lvl5pPr marL="1951330" indent="0">
              <a:buNone/>
              <a:defRPr sz="1067"/>
            </a:lvl5pPr>
            <a:lvl6pPr marL="2439162" indent="0">
              <a:buNone/>
              <a:defRPr sz="1067"/>
            </a:lvl6pPr>
            <a:lvl7pPr marL="2926994" indent="0">
              <a:buNone/>
              <a:defRPr sz="1067"/>
            </a:lvl7pPr>
            <a:lvl8pPr marL="3414827" indent="0">
              <a:buNone/>
              <a:defRPr sz="1067"/>
            </a:lvl8pPr>
            <a:lvl9pPr marL="3902659" indent="0">
              <a:buNone/>
              <a:defRPr sz="1067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3A902-CECC-4394-981F-4EFF7E5C28DB}" type="datetimeFigureOut">
              <a:rPr lang="es-MX" smtClean="0"/>
              <a:t>26/02/2026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7FC15-E6BC-4985-893A-9C5747407DD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7213662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3A902-CECC-4394-981F-4EFF7E5C28DB}" type="datetimeFigureOut">
              <a:rPr lang="es-MX" smtClean="0"/>
              <a:t>26/02/2026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7FC15-E6BC-4985-893A-9C5747407DD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5491868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82192" y="404427"/>
            <a:ext cx="2103805" cy="643741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0779" y="404427"/>
            <a:ext cx="6189454" cy="643741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3A902-CECC-4394-981F-4EFF7E5C28DB}" type="datetimeFigureOut">
              <a:rPr lang="es-MX" smtClean="0"/>
              <a:t>26/02/2026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7FC15-E6BC-4985-893A-9C5747407DD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5221658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0779" y="404428"/>
            <a:ext cx="8415218" cy="14682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0779" y="2022133"/>
            <a:ext cx="8415218" cy="4819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70778" y="7040542"/>
            <a:ext cx="2195274" cy="40442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83A902-CECC-4394-981F-4EFF7E5C28DB}" type="datetimeFigureOut">
              <a:rPr lang="es-MX" smtClean="0"/>
              <a:t>26/02/2026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31932" y="7040542"/>
            <a:ext cx="3292912" cy="40442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890723" y="7040542"/>
            <a:ext cx="2195274" cy="40442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97FC15-E6BC-4985-893A-9C5747407DD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2308845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75665" rtl="0" eaLnBrk="1" latinLnBrk="0" hangingPunct="1">
        <a:lnSpc>
          <a:spcPct val="90000"/>
        </a:lnSpc>
        <a:spcBef>
          <a:spcPct val="0"/>
        </a:spcBef>
        <a:buNone/>
        <a:defRPr sz="469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3916" indent="-243916" algn="l" defTabSz="975665" rtl="0" eaLnBrk="1" latinLnBrk="0" hangingPunct="1">
        <a:lnSpc>
          <a:spcPct val="90000"/>
        </a:lnSpc>
        <a:spcBef>
          <a:spcPts val="1067"/>
        </a:spcBef>
        <a:buFont typeface="Arial" panose="020B0604020202020204" pitchFamily="34" charset="0"/>
        <a:buChar char="•"/>
        <a:defRPr sz="2988" kern="1200">
          <a:solidFill>
            <a:schemeClr val="tx1"/>
          </a:solidFill>
          <a:latin typeface="+mn-lt"/>
          <a:ea typeface="+mn-ea"/>
          <a:cs typeface="+mn-cs"/>
        </a:defRPr>
      </a:lvl1pPr>
      <a:lvl2pPr marL="731749" indent="-243916" algn="l" defTabSz="975665" rtl="0" eaLnBrk="1" latinLnBrk="0" hangingPunct="1">
        <a:lnSpc>
          <a:spcPct val="90000"/>
        </a:lnSpc>
        <a:spcBef>
          <a:spcPts val="534"/>
        </a:spcBef>
        <a:buFont typeface="Arial" panose="020B0604020202020204" pitchFamily="34" charset="0"/>
        <a:buChar char="•"/>
        <a:defRPr sz="2561" kern="1200">
          <a:solidFill>
            <a:schemeClr val="tx1"/>
          </a:solidFill>
          <a:latin typeface="+mn-lt"/>
          <a:ea typeface="+mn-ea"/>
          <a:cs typeface="+mn-cs"/>
        </a:defRPr>
      </a:lvl2pPr>
      <a:lvl3pPr marL="1219581" indent="-243916" algn="l" defTabSz="975665" rtl="0" eaLnBrk="1" latinLnBrk="0" hangingPunct="1">
        <a:lnSpc>
          <a:spcPct val="90000"/>
        </a:lnSpc>
        <a:spcBef>
          <a:spcPts val="534"/>
        </a:spcBef>
        <a:buFont typeface="Arial" panose="020B0604020202020204" pitchFamily="34" charset="0"/>
        <a:buChar char="•"/>
        <a:defRPr sz="2134" kern="1200">
          <a:solidFill>
            <a:schemeClr val="tx1"/>
          </a:solidFill>
          <a:latin typeface="+mn-lt"/>
          <a:ea typeface="+mn-ea"/>
          <a:cs typeface="+mn-cs"/>
        </a:defRPr>
      </a:lvl3pPr>
      <a:lvl4pPr marL="1707413" indent="-243916" algn="l" defTabSz="975665" rtl="0" eaLnBrk="1" latinLnBrk="0" hangingPunct="1">
        <a:lnSpc>
          <a:spcPct val="90000"/>
        </a:lnSpc>
        <a:spcBef>
          <a:spcPts val="534"/>
        </a:spcBef>
        <a:buFont typeface="Arial" panose="020B0604020202020204" pitchFamily="34" charset="0"/>
        <a:buChar char="•"/>
        <a:defRPr sz="1921" kern="1200">
          <a:solidFill>
            <a:schemeClr val="tx1"/>
          </a:solidFill>
          <a:latin typeface="+mn-lt"/>
          <a:ea typeface="+mn-ea"/>
          <a:cs typeface="+mn-cs"/>
        </a:defRPr>
      </a:lvl4pPr>
      <a:lvl5pPr marL="2195246" indent="-243916" algn="l" defTabSz="975665" rtl="0" eaLnBrk="1" latinLnBrk="0" hangingPunct="1">
        <a:lnSpc>
          <a:spcPct val="90000"/>
        </a:lnSpc>
        <a:spcBef>
          <a:spcPts val="534"/>
        </a:spcBef>
        <a:buFont typeface="Arial" panose="020B0604020202020204" pitchFamily="34" charset="0"/>
        <a:buChar char="•"/>
        <a:defRPr sz="1921" kern="1200">
          <a:solidFill>
            <a:schemeClr val="tx1"/>
          </a:solidFill>
          <a:latin typeface="+mn-lt"/>
          <a:ea typeface="+mn-ea"/>
          <a:cs typeface="+mn-cs"/>
        </a:defRPr>
      </a:lvl5pPr>
      <a:lvl6pPr marL="2683078" indent="-243916" algn="l" defTabSz="975665" rtl="0" eaLnBrk="1" latinLnBrk="0" hangingPunct="1">
        <a:lnSpc>
          <a:spcPct val="90000"/>
        </a:lnSpc>
        <a:spcBef>
          <a:spcPts val="534"/>
        </a:spcBef>
        <a:buFont typeface="Arial" panose="020B0604020202020204" pitchFamily="34" charset="0"/>
        <a:buChar char="•"/>
        <a:defRPr sz="1921" kern="1200">
          <a:solidFill>
            <a:schemeClr val="tx1"/>
          </a:solidFill>
          <a:latin typeface="+mn-lt"/>
          <a:ea typeface="+mn-ea"/>
          <a:cs typeface="+mn-cs"/>
        </a:defRPr>
      </a:lvl6pPr>
      <a:lvl7pPr marL="3170911" indent="-243916" algn="l" defTabSz="975665" rtl="0" eaLnBrk="1" latinLnBrk="0" hangingPunct="1">
        <a:lnSpc>
          <a:spcPct val="90000"/>
        </a:lnSpc>
        <a:spcBef>
          <a:spcPts val="534"/>
        </a:spcBef>
        <a:buFont typeface="Arial" panose="020B0604020202020204" pitchFamily="34" charset="0"/>
        <a:buChar char="•"/>
        <a:defRPr sz="1921" kern="1200">
          <a:solidFill>
            <a:schemeClr val="tx1"/>
          </a:solidFill>
          <a:latin typeface="+mn-lt"/>
          <a:ea typeface="+mn-ea"/>
          <a:cs typeface="+mn-cs"/>
        </a:defRPr>
      </a:lvl7pPr>
      <a:lvl8pPr marL="3658743" indent="-243916" algn="l" defTabSz="975665" rtl="0" eaLnBrk="1" latinLnBrk="0" hangingPunct="1">
        <a:lnSpc>
          <a:spcPct val="90000"/>
        </a:lnSpc>
        <a:spcBef>
          <a:spcPts val="534"/>
        </a:spcBef>
        <a:buFont typeface="Arial" panose="020B0604020202020204" pitchFamily="34" charset="0"/>
        <a:buChar char="•"/>
        <a:defRPr sz="1921" kern="1200">
          <a:solidFill>
            <a:schemeClr val="tx1"/>
          </a:solidFill>
          <a:latin typeface="+mn-lt"/>
          <a:ea typeface="+mn-ea"/>
          <a:cs typeface="+mn-cs"/>
        </a:defRPr>
      </a:lvl8pPr>
      <a:lvl9pPr marL="4146575" indent="-243916" algn="l" defTabSz="975665" rtl="0" eaLnBrk="1" latinLnBrk="0" hangingPunct="1">
        <a:lnSpc>
          <a:spcPct val="90000"/>
        </a:lnSpc>
        <a:spcBef>
          <a:spcPts val="534"/>
        </a:spcBef>
        <a:buFont typeface="Arial" panose="020B0604020202020204" pitchFamily="34" charset="0"/>
        <a:buChar char="•"/>
        <a:defRPr sz="192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75665" rtl="0" eaLnBrk="1" latinLnBrk="0" hangingPunct="1">
        <a:defRPr sz="1921" kern="1200">
          <a:solidFill>
            <a:schemeClr val="tx1"/>
          </a:solidFill>
          <a:latin typeface="+mn-lt"/>
          <a:ea typeface="+mn-ea"/>
          <a:cs typeface="+mn-cs"/>
        </a:defRPr>
      </a:lvl1pPr>
      <a:lvl2pPr marL="487832" algn="l" defTabSz="975665" rtl="0" eaLnBrk="1" latinLnBrk="0" hangingPunct="1">
        <a:defRPr sz="1921" kern="1200">
          <a:solidFill>
            <a:schemeClr val="tx1"/>
          </a:solidFill>
          <a:latin typeface="+mn-lt"/>
          <a:ea typeface="+mn-ea"/>
          <a:cs typeface="+mn-cs"/>
        </a:defRPr>
      </a:lvl2pPr>
      <a:lvl3pPr marL="975665" algn="l" defTabSz="975665" rtl="0" eaLnBrk="1" latinLnBrk="0" hangingPunct="1">
        <a:defRPr sz="1921" kern="1200">
          <a:solidFill>
            <a:schemeClr val="tx1"/>
          </a:solidFill>
          <a:latin typeface="+mn-lt"/>
          <a:ea typeface="+mn-ea"/>
          <a:cs typeface="+mn-cs"/>
        </a:defRPr>
      </a:lvl3pPr>
      <a:lvl4pPr marL="1463497" algn="l" defTabSz="975665" rtl="0" eaLnBrk="1" latinLnBrk="0" hangingPunct="1">
        <a:defRPr sz="1921" kern="1200">
          <a:solidFill>
            <a:schemeClr val="tx1"/>
          </a:solidFill>
          <a:latin typeface="+mn-lt"/>
          <a:ea typeface="+mn-ea"/>
          <a:cs typeface="+mn-cs"/>
        </a:defRPr>
      </a:lvl4pPr>
      <a:lvl5pPr marL="1951330" algn="l" defTabSz="975665" rtl="0" eaLnBrk="1" latinLnBrk="0" hangingPunct="1">
        <a:defRPr sz="1921" kern="1200">
          <a:solidFill>
            <a:schemeClr val="tx1"/>
          </a:solidFill>
          <a:latin typeface="+mn-lt"/>
          <a:ea typeface="+mn-ea"/>
          <a:cs typeface="+mn-cs"/>
        </a:defRPr>
      </a:lvl5pPr>
      <a:lvl6pPr marL="2439162" algn="l" defTabSz="975665" rtl="0" eaLnBrk="1" latinLnBrk="0" hangingPunct="1">
        <a:defRPr sz="1921" kern="1200">
          <a:solidFill>
            <a:schemeClr val="tx1"/>
          </a:solidFill>
          <a:latin typeface="+mn-lt"/>
          <a:ea typeface="+mn-ea"/>
          <a:cs typeface="+mn-cs"/>
        </a:defRPr>
      </a:lvl6pPr>
      <a:lvl7pPr marL="2926994" algn="l" defTabSz="975665" rtl="0" eaLnBrk="1" latinLnBrk="0" hangingPunct="1">
        <a:defRPr sz="1921" kern="1200">
          <a:solidFill>
            <a:schemeClr val="tx1"/>
          </a:solidFill>
          <a:latin typeface="+mn-lt"/>
          <a:ea typeface="+mn-ea"/>
          <a:cs typeface="+mn-cs"/>
        </a:defRPr>
      </a:lvl7pPr>
      <a:lvl8pPr marL="3414827" algn="l" defTabSz="975665" rtl="0" eaLnBrk="1" latinLnBrk="0" hangingPunct="1">
        <a:defRPr sz="1921" kern="1200">
          <a:solidFill>
            <a:schemeClr val="tx1"/>
          </a:solidFill>
          <a:latin typeface="+mn-lt"/>
          <a:ea typeface="+mn-ea"/>
          <a:cs typeface="+mn-cs"/>
        </a:defRPr>
      </a:lvl8pPr>
      <a:lvl9pPr marL="3902659" algn="l" defTabSz="975665" rtl="0" eaLnBrk="1" latinLnBrk="0" hangingPunct="1">
        <a:defRPr sz="192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8EB41166-42B7-4FAE-8C10-24827CFDCD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792"/>
            <a:ext cx="9756775" cy="7588603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B581537B-6B69-4065-ACBE-C7E383937D61}"/>
              </a:ext>
            </a:extLst>
          </p:cNvPr>
          <p:cNvSpPr txBox="1"/>
          <p:nvPr/>
        </p:nvSpPr>
        <p:spPr>
          <a:xfrm>
            <a:off x="1469571" y="4082143"/>
            <a:ext cx="72956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Nombre</a:t>
            </a:r>
          </a:p>
        </p:txBody>
      </p:sp>
    </p:spTree>
    <p:extLst>
      <p:ext uri="{BB962C8B-B14F-4D97-AF65-F5344CB8AC3E}">
        <p14:creationId xmlns:p14="http://schemas.microsoft.com/office/powerpoint/2010/main" val="146149323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</TotalTime>
  <Words>1</Words>
  <Application>Microsoft Office PowerPoint</Application>
  <PresentationFormat>Personalizado</PresentationFormat>
  <Paragraphs>1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Tema de Office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Omar Hernández</dc:creator>
  <cp:lastModifiedBy>LIZBETH CANALES CHAVEZ</cp:lastModifiedBy>
  <cp:revision>2</cp:revision>
  <dcterms:created xsi:type="dcterms:W3CDTF">2026-02-25T22:30:00Z</dcterms:created>
  <dcterms:modified xsi:type="dcterms:W3CDTF">2026-02-26T16:48:12Z</dcterms:modified>
</cp:coreProperties>
</file>