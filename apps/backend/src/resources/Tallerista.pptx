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9756775" cy="7596188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758" y="1243173"/>
            <a:ext cx="8293259" cy="2644599"/>
          </a:xfrm>
        </p:spPr>
        <p:txBody>
          <a:bodyPr anchor="b"/>
          <a:lstStyle>
            <a:lvl1pPr algn="ctr">
              <a:defRPr sz="640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597" y="3989757"/>
            <a:ext cx="7317581" cy="1833987"/>
          </a:xfrm>
        </p:spPr>
        <p:txBody>
          <a:bodyPr/>
          <a:lstStyle>
            <a:lvl1pPr marL="0" indent="0" algn="ctr">
              <a:buNone/>
              <a:defRPr sz="2561"/>
            </a:lvl1pPr>
            <a:lvl2pPr marL="487832" indent="0" algn="ctr">
              <a:buNone/>
              <a:defRPr sz="2134"/>
            </a:lvl2pPr>
            <a:lvl3pPr marL="975665" indent="0" algn="ctr">
              <a:buNone/>
              <a:defRPr sz="1921"/>
            </a:lvl3pPr>
            <a:lvl4pPr marL="1463497" indent="0" algn="ctr">
              <a:buNone/>
              <a:defRPr sz="1707"/>
            </a:lvl4pPr>
            <a:lvl5pPr marL="1951330" indent="0" algn="ctr">
              <a:buNone/>
              <a:defRPr sz="1707"/>
            </a:lvl5pPr>
            <a:lvl6pPr marL="2439162" indent="0" algn="ctr">
              <a:buNone/>
              <a:defRPr sz="1707"/>
            </a:lvl6pPr>
            <a:lvl7pPr marL="2926994" indent="0" algn="ctr">
              <a:buNone/>
              <a:defRPr sz="1707"/>
            </a:lvl7pPr>
            <a:lvl8pPr marL="3414827" indent="0" algn="ctr">
              <a:buNone/>
              <a:defRPr sz="1707"/>
            </a:lvl8pPr>
            <a:lvl9pPr marL="3902659" indent="0" algn="ctr">
              <a:buNone/>
              <a:defRPr sz="1707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5858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019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697" y="1893774"/>
            <a:ext cx="8415218" cy="3159803"/>
          </a:xfrm>
        </p:spPr>
        <p:txBody>
          <a:bodyPr anchor="b"/>
          <a:lstStyle>
            <a:lvl1pPr>
              <a:defRPr sz="640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697" y="5083469"/>
            <a:ext cx="8415218" cy="1661666"/>
          </a:xfrm>
        </p:spPr>
        <p:txBody>
          <a:bodyPr/>
          <a:lstStyle>
            <a:lvl1pPr marL="0" indent="0">
              <a:buNone/>
              <a:defRPr sz="2561">
                <a:solidFill>
                  <a:schemeClr val="tx1"/>
                </a:solidFill>
              </a:defRPr>
            </a:lvl1pPr>
            <a:lvl2pPr marL="487832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2pPr>
            <a:lvl3pPr marL="975665" indent="0">
              <a:buNone/>
              <a:defRPr sz="1921">
                <a:solidFill>
                  <a:schemeClr val="tx1">
                    <a:tint val="75000"/>
                  </a:schemeClr>
                </a:solidFill>
              </a:defRPr>
            </a:lvl3pPr>
            <a:lvl4pPr marL="1463497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4pPr>
            <a:lvl5pPr marL="1951330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5pPr>
            <a:lvl6pPr marL="2439162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6pPr>
            <a:lvl7pPr marL="2926994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7pPr>
            <a:lvl8pPr marL="3414827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8pPr>
            <a:lvl9pPr marL="3902659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2433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778" y="2022133"/>
            <a:ext cx="4146629" cy="4819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9368" y="2022133"/>
            <a:ext cx="4146629" cy="4819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5163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9" y="404428"/>
            <a:ext cx="8415218" cy="146824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50" y="1862122"/>
            <a:ext cx="4127573" cy="912597"/>
          </a:xfrm>
        </p:spPr>
        <p:txBody>
          <a:bodyPr anchor="b"/>
          <a:lstStyle>
            <a:lvl1pPr marL="0" indent="0">
              <a:buNone/>
              <a:defRPr sz="2561" b="1"/>
            </a:lvl1pPr>
            <a:lvl2pPr marL="487832" indent="0">
              <a:buNone/>
              <a:defRPr sz="2134" b="1"/>
            </a:lvl2pPr>
            <a:lvl3pPr marL="975665" indent="0">
              <a:buNone/>
              <a:defRPr sz="1921" b="1"/>
            </a:lvl3pPr>
            <a:lvl4pPr marL="1463497" indent="0">
              <a:buNone/>
              <a:defRPr sz="1707" b="1"/>
            </a:lvl4pPr>
            <a:lvl5pPr marL="1951330" indent="0">
              <a:buNone/>
              <a:defRPr sz="1707" b="1"/>
            </a:lvl5pPr>
            <a:lvl6pPr marL="2439162" indent="0">
              <a:buNone/>
              <a:defRPr sz="1707" b="1"/>
            </a:lvl6pPr>
            <a:lvl7pPr marL="2926994" indent="0">
              <a:buNone/>
              <a:defRPr sz="1707" b="1"/>
            </a:lvl7pPr>
            <a:lvl8pPr marL="3414827" indent="0">
              <a:buNone/>
              <a:defRPr sz="1707" b="1"/>
            </a:lvl8pPr>
            <a:lvl9pPr marL="3902659" indent="0">
              <a:buNone/>
              <a:defRPr sz="170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50" y="2774719"/>
            <a:ext cx="4127573" cy="408119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9368" y="1862122"/>
            <a:ext cx="4147900" cy="912597"/>
          </a:xfrm>
        </p:spPr>
        <p:txBody>
          <a:bodyPr anchor="b"/>
          <a:lstStyle>
            <a:lvl1pPr marL="0" indent="0">
              <a:buNone/>
              <a:defRPr sz="2561" b="1"/>
            </a:lvl1pPr>
            <a:lvl2pPr marL="487832" indent="0">
              <a:buNone/>
              <a:defRPr sz="2134" b="1"/>
            </a:lvl2pPr>
            <a:lvl3pPr marL="975665" indent="0">
              <a:buNone/>
              <a:defRPr sz="1921" b="1"/>
            </a:lvl3pPr>
            <a:lvl4pPr marL="1463497" indent="0">
              <a:buNone/>
              <a:defRPr sz="1707" b="1"/>
            </a:lvl4pPr>
            <a:lvl5pPr marL="1951330" indent="0">
              <a:buNone/>
              <a:defRPr sz="1707" b="1"/>
            </a:lvl5pPr>
            <a:lvl6pPr marL="2439162" indent="0">
              <a:buNone/>
              <a:defRPr sz="1707" b="1"/>
            </a:lvl6pPr>
            <a:lvl7pPr marL="2926994" indent="0">
              <a:buNone/>
              <a:defRPr sz="1707" b="1"/>
            </a:lvl7pPr>
            <a:lvl8pPr marL="3414827" indent="0">
              <a:buNone/>
              <a:defRPr sz="1707" b="1"/>
            </a:lvl8pPr>
            <a:lvl9pPr marL="3902659" indent="0">
              <a:buNone/>
              <a:defRPr sz="170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39368" y="2774719"/>
            <a:ext cx="4147900" cy="408119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070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0480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1498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9" y="506412"/>
            <a:ext cx="3146814" cy="1772444"/>
          </a:xfrm>
        </p:spPr>
        <p:txBody>
          <a:bodyPr anchor="b"/>
          <a:lstStyle>
            <a:lvl1pPr>
              <a:defRPr sz="341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7900" y="1093712"/>
            <a:ext cx="4939367" cy="5398217"/>
          </a:xfrm>
        </p:spPr>
        <p:txBody>
          <a:bodyPr/>
          <a:lstStyle>
            <a:lvl1pPr>
              <a:defRPr sz="3414"/>
            </a:lvl1pPr>
            <a:lvl2pPr>
              <a:defRPr sz="2988"/>
            </a:lvl2pPr>
            <a:lvl3pPr>
              <a:defRPr sz="2561"/>
            </a:lvl3pPr>
            <a:lvl4pPr>
              <a:defRPr sz="2134"/>
            </a:lvl4pPr>
            <a:lvl5pPr>
              <a:defRPr sz="2134"/>
            </a:lvl5pPr>
            <a:lvl6pPr>
              <a:defRPr sz="2134"/>
            </a:lvl6pPr>
            <a:lvl7pPr>
              <a:defRPr sz="2134"/>
            </a:lvl7pPr>
            <a:lvl8pPr>
              <a:defRPr sz="2134"/>
            </a:lvl8pPr>
            <a:lvl9pPr>
              <a:defRPr sz="213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9" y="2278857"/>
            <a:ext cx="3146814" cy="4221863"/>
          </a:xfrm>
        </p:spPr>
        <p:txBody>
          <a:bodyPr/>
          <a:lstStyle>
            <a:lvl1pPr marL="0" indent="0">
              <a:buNone/>
              <a:defRPr sz="1707"/>
            </a:lvl1pPr>
            <a:lvl2pPr marL="487832" indent="0">
              <a:buNone/>
              <a:defRPr sz="1494"/>
            </a:lvl2pPr>
            <a:lvl3pPr marL="975665" indent="0">
              <a:buNone/>
              <a:defRPr sz="1280"/>
            </a:lvl3pPr>
            <a:lvl4pPr marL="1463497" indent="0">
              <a:buNone/>
              <a:defRPr sz="1067"/>
            </a:lvl4pPr>
            <a:lvl5pPr marL="1951330" indent="0">
              <a:buNone/>
              <a:defRPr sz="1067"/>
            </a:lvl5pPr>
            <a:lvl6pPr marL="2439162" indent="0">
              <a:buNone/>
              <a:defRPr sz="1067"/>
            </a:lvl6pPr>
            <a:lvl7pPr marL="2926994" indent="0">
              <a:buNone/>
              <a:defRPr sz="1067"/>
            </a:lvl7pPr>
            <a:lvl8pPr marL="3414827" indent="0">
              <a:buNone/>
              <a:defRPr sz="1067"/>
            </a:lvl8pPr>
            <a:lvl9pPr marL="3902659" indent="0">
              <a:buNone/>
              <a:defRPr sz="10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3773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9" y="506412"/>
            <a:ext cx="3146814" cy="1772444"/>
          </a:xfrm>
        </p:spPr>
        <p:txBody>
          <a:bodyPr anchor="b"/>
          <a:lstStyle>
            <a:lvl1pPr>
              <a:defRPr sz="341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7900" y="1093712"/>
            <a:ext cx="4939367" cy="5398217"/>
          </a:xfrm>
        </p:spPr>
        <p:txBody>
          <a:bodyPr anchor="t"/>
          <a:lstStyle>
            <a:lvl1pPr marL="0" indent="0">
              <a:buNone/>
              <a:defRPr sz="3414"/>
            </a:lvl1pPr>
            <a:lvl2pPr marL="487832" indent="0">
              <a:buNone/>
              <a:defRPr sz="2988"/>
            </a:lvl2pPr>
            <a:lvl3pPr marL="975665" indent="0">
              <a:buNone/>
              <a:defRPr sz="2561"/>
            </a:lvl3pPr>
            <a:lvl4pPr marL="1463497" indent="0">
              <a:buNone/>
              <a:defRPr sz="2134"/>
            </a:lvl4pPr>
            <a:lvl5pPr marL="1951330" indent="0">
              <a:buNone/>
              <a:defRPr sz="2134"/>
            </a:lvl5pPr>
            <a:lvl6pPr marL="2439162" indent="0">
              <a:buNone/>
              <a:defRPr sz="2134"/>
            </a:lvl6pPr>
            <a:lvl7pPr marL="2926994" indent="0">
              <a:buNone/>
              <a:defRPr sz="2134"/>
            </a:lvl7pPr>
            <a:lvl8pPr marL="3414827" indent="0">
              <a:buNone/>
              <a:defRPr sz="2134"/>
            </a:lvl8pPr>
            <a:lvl9pPr marL="3902659" indent="0">
              <a:buNone/>
              <a:defRPr sz="2134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9" y="2278857"/>
            <a:ext cx="3146814" cy="4221863"/>
          </a:xfrm>
        </p:spPr>
        <p:txBody>
          <a:bodyPr/>
          <a:lstStyle>
            <a:lvl1pPr marL="0" indent="0">
              <a:buNone/>
              <a:defRPr sz="1707"/>
            </a:lvl1pPr>
            <a:lvl2pPr marL="487832" indent="0">
              <a:buNone/>
              <a:defRPr sz="1494"/>
            </a:lvl2pPr>
            <a:lvl3pPr marL="975665" indent="0">
              <a:buNone/>
              <a:defRPr sz="1280"/>
            </a:lvl3pPr>
            <a:lvl4pPr marL="1463497" indent="0">
              <a:buNone/>
              <a:defRPr sz="1067"/>
            </a:lvl4pPr>
            <a:lvl5pPr marL="1951330" indent="0">
              <a:buNone/>
              <a:defRPr sz="1067"/>
            </a:lvl5pPr>
            <a:lvl6pPr marL="2439162" indent="0">
              <a:buNone/>
              <a:defRPr sz="1067"/>
            </a:lvl6pPr>
            <a:lvl7pPr marL="2926994" indent="0">
              <a:buNone/>
              <a:defRPr sz="1067"/>
            </a:lvl7pPr>
            <a:lvl8pPr marL="3414827" indent="0">
              <a:buNone/>
              <a:defRPr sz="1067"/>
            </a:lvl8pPr>
            <a:lvl9pPr marL="3902659" indent="0">
              <a:buNone/>
              <a:defRPr sz="10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1366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9186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2192" y="404427"/>
            <a:ext cx="2103805" cy="643741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779" y="404427"/>
            <a:ext cx="6189454" cy="643741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216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779" y="404428"/>
            <a:ext cx="8415218" cy="1468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779" y="2022133"/>
            <a:ext cx="8415218" cy="4819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0778" y="7040542"/>
            <a:ext cx="2195274" cy="404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1932" y="7040542"/>
            <a:ext cx="3292912" cy="404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0723" y="7040542"/>
            <a:ext cx="2195274" cy="404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088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75665" rtl="0" eaLnBrk="1" latinLnBrk="0" hangingPunct="1">
        <a:lnSpc>
          <a:spcPct val="90000"/>
        </a:lnSpc>
        <a:spcBef>
          <a:spcPct val="0"/>
        </a:spcBef>
        <a:buNone/>
        <a:defRPr sz="4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916" indent="-243916" algn="l" defTabSz="975665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8" kern="1200">
          <a:solidFill>
            <a:schemeClr val="tx1"/>
          </a:solidFill>
          <a:latin typeface="+mn-lt"/>
          <a:ea typeface="+mn-ea"/>
          <a:cs typeface="+mn-cs"/>
        </a:defRPr>
      </a:lvl1pPr>
      <a:lvl2pPr marL="731749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2561" kern="1200">
          <a:solidFill>
            <a:schemeClr val="tx1"/>
          </a:solidFill>
          <a:latin typeface="+mn-lt"/>
          <a:ea typeface="+mn-ea"/>
          <a:cs typeface="+mn-cs"/>
        </a:defRPr>
      </a:lvl2pPr>
      <a:lvl3pPr marL="1219581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2134" kern="1200">
          <a:solidFill>
            <a:schemeClr val="tx1"/>
          </a:solidFill>
          <a:latin typeface="+mn-lt"/>
          <a:ea typeface="+mn-ea"/>
          <a:cs typeface="+mn-cs"/>
        </a:defRPr>
      </a:lvl3pPr>
      <a:lvl4pPr marL="1707413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4pPr>
      <a:lvl5pPr marL="2195246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5pPr>
      <a:lvl6pPr marL="2683078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6pPr>
      <a:lvl7pPr marL="3170911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7pPr>
      <a:lvl8pPr marL="3658743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8pPr>
      <a:lvl9pPr marL="4146575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1pPr>
      <a:lvl2pPr marL="487832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2pPr>
      <a:lvl3pPr marL="975665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3pPr>
      <a:lvl4pPr marL="1463497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4pPr>
      <a:lvl5pPr marL="1951330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5pPr>
      <a:lvl6pPr marL="2439162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6pPr>
      <a:lvl7pPr marL="2926994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7pPr>
      <a:lvl8pPr marL="3414827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8pPr>
      <a:lvl9pPr marL="3902659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8D3640D-BF8C-46A2-AF7B-5BC5AFD8B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92"/>
            <a:ext cx="9756775" cy="758860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FF31EFE-EA5C-440F-95B4-0A7FEE0CB6F6}"/>
              </a:ext>
            </a:extLst>
          </p:cNvPr>
          <p:cNvSpPr txBox="1"/>
          <p:nvPr/>
        </p:nvSpPr>
        <p:spPr>
          <a:xfrm>
            <a:off x="1469571" y="4082143"/>
            <a:ext cx="7295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Nombre</a:t>
            </a:r>
          </a:p>
        </p:txBody>
      </p:sp>
    </p:spTree>
    <p:extLst>
      <p:ext uri="{BB962C8B-B14F-4D97-AF65-F5344CB8AC3E}">
        <p14:creationId xmlns:p14="http://schemas.microsoft.com/office/powerpoint/2010/main" val="37805563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1</Words>
  <Application>Microsoft Office PowerPoint</Application>
  <PresentationFormat>Personalizado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Omar Hernández</dc:creator>
  <cp:lastModifiedBy>LIZBETH CANALES CHAVEZ</cp:lastModifiedBy>
  <cp:revision>2</cp:revision>
  <dcterms:created xsi:type="dcterms:W3CDTF">2026-02-25T22:30:00Z</dcterms:created>
  <dcterms:modified xsi:type="dcterms:W3CDTF">2026-02-26T16:47:52Z</dcterms:modified>
</cp:coreProperties>
</file>